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TCS x Abbott World Marathon Majors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Igniting Insight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Global Marathon Data into Meaningful Engagement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190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best marathon insights hub on the planet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Opportunity Areas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1965960" cy="137160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063240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Star Progression Intelligence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81304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likelihood to finish, commitment levels, and personalised goals that bring the Star journey to life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532888" y="2971800"/>
            <a:ext cx="1965960" cy="137160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24328" y="3063240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2624328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24328" y="3383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 World Rankings Intelligence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24328" y="381304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stories from weekly results: rising performers, regional patterns, predictive trajectories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608576" y="2971800"/>
            <a:ext cx="1965960" cy="137160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3063240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700016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0016" y="3383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Segmentation for Smarter Comms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0016" y="381304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Sharper segmentation, more relevant automated CRM, stronger campaign performance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684264" y="2971800"/>
            <a:ext cx="1965960" cy="137160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75704" y="3063240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775704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75704" y="3383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 &amp; Insights for Content &amp; Media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75704" y="381304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packs for sponsors, press, and broadcast — WMM as the authority on marathon data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5029200" cy="5029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5079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 Metric: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4360" y="4672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StarTrack Score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286000" y="4544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gamified index combining pace, effort, history &amp; activity — WMM's version of xG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0" y="44348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Powering our core programs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0" y="4663440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5" name="Text 33"/>
          <p:cNvSpPr/>
          <p:nvPr/>
        </p:nvSpPr>
        <p:spPr>
          <a:xfrm>
            <a:off x="5806440" y="46360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Star Journey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669280" y="4828032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7" name="Text 35"/>
          <p:cNvSpPr/>
          <p:nvPr/>
        </p:nvSpPr>
        <p:spPr>
          <a:xfrm>
            <a:off x="5806440" y="48006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 World Rankings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669280" y="4992624"/>
            <a:ext cx="73152" cy="7315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9" name="Text 37"/>
          <p:cNvSpPr/>
          <p:nvPr/>
        </p:nvSpPr>
        <p:spPr>
          <a:xfrm>
            <a:off x="5806440" y="49651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Run Club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" y="5010912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partnership with power — transforming raw participation data into emotionally resonant, athlete-facing experiences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x Abbott World Marathon Majors - Data Activation Strategy</dc:title>
  <dc:subject>PptxGenJS Presentation</dc:subject>
  <dc:creator>AWMM</dc:creator>
  <cp:lastModifiedBy>AWMM</cp:lastModifiedBy>
  <cp:revision>1</cp:revision>
  <dcterms:created xsi:type="dcterms:W3CDTF">2026-01-29T16:04:38Z</dcterms:created>
  <dcterms:modified xsi:type="dcterms:W3CDTF">2026-01-29T16:04:38Z</dcterms:modified>
</cp:coreProperties>
</file>