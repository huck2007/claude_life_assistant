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AWMM Current Platform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marathon insights hub on the planet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63040" y="868680"/>
            <a:ext cx="6035040" cy="868680"/>
          </a:xfrm>
          <a:prstGeom prst="rect">
            <a:avLst/>
          </a:prstGeom>
          <a:solidFill>
            <a:srgbClr val="334155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2768" y="923544"/>
            <a:ext cx="5815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MARATHON INSIGHTS HUB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36192" y="1161288"/>
            <a:ext cx="1389888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1591056" y="1207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Portal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91056" y="1380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experience, StarTrack Score, goals, nudges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017520" y="1161288"/>
            <a:ext cx="1389888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Text 8"/>
          <p:cNvSpPr/>
          <p:nvPr/>
        </p:nvSpPr>
        <p:spPr>
          <a:xfrm>
            <a:off x="3072384" y="1207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Marathon Insights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72384" y="1380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Global Marathon Running, sponsor &amp; media packs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498848" y="1161288"/>
            <a:ext cx="1389888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207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Run Club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53712" y="1380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platform, training programs, events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980176" y="1161288"/>
            <a:ext cx="1389888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070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Automated Comms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0" y="1380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Segmentation-driven, customer.io integration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463040" y="1847088"/>
            <a:ext cx="603504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1847088"/>
            <a:ext cx="457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1572768" y="1901952"/>
            <a:ext cx="581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&amp; DELIVERY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2768" y="2066544"/>
            <a:ext cx="5815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· Runner Portal · Automated Comms · Content · Dashboards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63040" y="2340864"/>
            <a:ext cx="288036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2340864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572768" y="239572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2596896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scheduled,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pipelines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97680" y="25968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QA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277977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17720" y="2340864"/>
            <a:ext cx="2880360" cy="749808"/>
          </a:xfrm>
          <a:prstGeom prst="rect">
            <a:avLst/>
          </a:prstGeom>
          <a:solidFill>
            <a:srgbClr val="33415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340864"/>
            <a:ext cx="4572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239572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LAB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27448" y="2569464"/>
            <a:ext cx="266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(TCS + CS)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27448" y="272491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intelligence · Runner metrics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models · Trend analysis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63040" y="3200400"/>
            <a:ext cx="603504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63040" y="3200400"/>
            <a:ext cx="45720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1572768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SERVICES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3255264"/>
            <a:ext cx="16459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3255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(Anthropic)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255264"/>
            <a:ext cx="16459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3255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Cortex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572768" y="3474720"/>
            <a:ext cx="581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· NLP · Embeddings · In-warehouse ML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463040" y="3785616"/>
            <a:ext cx="603504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3785616"/>
            <a:ext cx="4572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1572768" y="383133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&amp; MODELLING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83133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· semantic layer · business logic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463040" y="4224528"/>
            <a:ext cx="6035040" cy="292608"/>
          </a:xfrm>
          <a:prstGeom prst="rect">
            <a:avLst/>
          </a:prstGeom>
          <a:solidFill>
            <a:srgbClr val="29B5E8"/>
          </a:solidFill>
          <a:ln/>
        </p:spPr>
      </p:sp>
      <p:sp>
        <p:nvSpPr>
          <p:cNvPr id="46" name="Text 44"/>
          <p:cNvSpPr/>
          <p:nvPr/>
        </p:nvSpPr>
        <p:spPr>
          <a:xfrm>
            <a:off x="1463040" y="42245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— Snowflake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463040" y="4572000"/>
            <a:ext cx="6035040" cy="2560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8" name="Text 46"/>
          <p:cNvSpPr/>
          <p:nvPr/>
        </p:nvSpPr>
        <p:spPr>
          <a:xfrm>
            <a:off x="1463040" y="4572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— AWS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937760"/>
            <a:ext cx="804672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992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51937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Results · Registration · Timing/IoT · Partner Feeds · Webflow · Shopify · Global Run Club · Custom CRM + customer.io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72400" y="868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772400" y="113385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4" name="Text 52"/>
          <p:cNvSpPr/>
          <p:nvPr/>
        </p:nvSpPr>
        <p:spPr>
          <a:xfrm>
            <a:off x="7918704" y="11155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is built &amp; working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772400" y="14630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7918704" y="144475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 brings skills, not infrastructure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772400" y="179222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8" name="Text 56"/>
          <p:cNvSpPr/>
          <p:nvPr/>
        </p:nvSpPr>
        <p:spPr>
          <a:xfrm>
            <a:off x="7918704" y="177393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native to platform (Bedrock + Cortex)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772400" y="212140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0" name="Text 58"/>
          <p:cNvSpPr/>
          <p:nvPr/>
        </p:nvSpPr>
        <p:spPr>
          <a:xfrm>
            <a:off x="7918704" y="21031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 works in Lab, CS productionises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772400" y="245059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2" name="Text 60"/>
          <p:cNvSpPr/>
          <p:nvPr/>
        </p:nvSpPr>
        <p:spPr>
          <a:xfrm>
            <a:off x="7918704" y="243230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WMM owns data &amp; architecture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144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700" dirty="0"/>
          </a:p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1440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91440" y="2395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1440" y="3127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91440" y="3584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1440" y="3950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1440" y="4224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1440" y="4681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480560" y="1737360"/>
            <a:ext cx="0" cy="109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80560" y="2231136"/>
            <a:ext cx="0" cy="109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80560" y="3090672"/>
            <a:ext cx="0" cy="109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80560" y="3675888"/>
            <a:ext cx="0" cy="109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480560" y="4114800"/>
            <a:ext cx="0" cy="109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80560" y="4517136"/>
            <a:ext cx="0" cy="5486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480560" y="4828032"/>
            <a:ext cx="0" cy="109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AWMM Platform Architecture</dc:title>
  <dc:subject>PptxGenJS Presentation</dc:subject>
  <dc:creator>AWMM</dc:creator>
  <cp:lastModifiedBy>AWMM</cp:lastModifiedBy>
  <cp:revision>1</cp:revision>
  <dcterms:created xsi:type="dcterms:W3CDTF">2026-01-29T12:59:06Z</dcterms:created>
  <dcterms:modified xsi:type="dcterms:W3CDTF">2026-01-29T12:59:06Z</dcterms:modified>
</cp:coreProperties>
</file>